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51195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9237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346714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7547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8835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94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052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2080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944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499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468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A9E69A7-FC6D-46DF-AFDD-D743135C3883}" type="datetimeFigureOut">
              <a:rPr lang="hu-HU" smtClean="0"/>
              <a:t>2025. 12. 03.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0C2CBDD-6376-4F34-B740-EA6C7BC47C4D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33536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C7FCC6-33EF-4185-A34A-67293FBC7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Resrater</a:t>
            </a:r>
            <a:r>
              <a:rPr lang="hu-HU" dirty="0"/>
              <a:t> adatbázis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7297C9F-4492-40B6-9E6A-C7AA8BBE4C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Kardos Arnold Tamás, Pálházi </a:t>
            </a:r>
            <a:r>
              <a:rPr lang="hu-HU" dirty="0" err="1"/>
              <a:t>Bumsted</a:t>
            </a:r>
            <a:r>
              <a:rPr lang="hu-HU" dirty="0"/>
              <a:t> Péter, Papp Coleman Zsombor Máté</a:t>
            </a:r>
          </a:p>
        </p:txBody>
      </p:sp>
    </p:spTree>
    <p:extLst>
      <p:ext uri="{BB962C8B-B14F-4D97-AF65-F5344CB8AC3E}">
        <p14:creationId xmlns:p14="http://schemas.microsoft.com/office/powerpoint/2010/main" val="127076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92E0A2-37B5-47B1-8CC4-B35DC6F9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6F2F0E-A939-487F-B4CE-45A91DEFB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Éttermeket lehet értékelni</a:t>
            </a:r>
          </a:p>
          <a:p>
            <a:r>
              <a:rPr lang="hu-HU" dirty="0"/>
              <a:t>Bővebben lehet értékelni mint más </a:t>
            </a:r>
            <a:r>
              <a:rPr lang="hu-HU" dirty="0" err="1"/>
              <a:t>appokon,weboldalakon</a:t>
            </a:r>
            <a:endParaRPr lang="hu-HU" dirty="0"/>
          </a:p>
          <a:p>
            <a:r>
              <a:rPr lang="hu-HU" dirty="0"/>
              <a:t>Részletes értékelés az étterem szolgáltatás</a:t>
            </a:r>
          </a:p>
          <a:p>
            <a:r>
              <a:rPr lang="hu-HU" dirty="0"/>
              <a:t>Reklámnak is számít mert teljesen ingyenes és az éttermek regisztrálnak önmaguk</a:t>
            </a:r>
          </a:p>
        </p:txBody>
      </p:sp>
    </p:spTree>
    <p:extLst>
      <p:ext uri="{BB962C8B-B14F-4D97-AF65-F5344CB8AC3E}">
        <p14:creationId xmlns:p14="http://schemas.microsoft.com/office/powerpoint/2010/main" val="146113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E2196A-B8BB-451D-98F8-6638D9DA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Tervezés első lépései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D7F683-313B-4B48-84AD-14361BF1E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060"/>
            <a:ext cx="10515600" cy="1603375"/>
          </a:xfrm>
        </p:spPr>
        <p:txBody>
          <a:bodyPr/>
          <a:lstStyle/>
          <a:p>
            <a:r>
              <a:rPr lang="hu-HU" dirty="0"/>
              <a:t>Adatok összeszedése amiket el akarunk tárolni </a:t>
            </a:r>
          </a:p>
          <a:p>
            <a:pPr lvl="1"/>
            <a:r>
              <a:rPr lang="hu-HU" dirty="0"/>
              <a:t>felhasználók, </a:t>
            </a:r>
            <a:r>
              <a:rPr lang="hu-HU" dirty="0" err="1"/>
              <a:t>értékelés,éttermek</a:t>
            </a:r>
            <a:endParaRPr lang="hu-HU" dirty="0"/>
          </a:p>
          <a:p>
            <a:r>
              <a:rPr lang="hu-HU" dirty="0"/>
              <a:t>UML diagramm megcsinálása</a:t>
            </a:r>
          </a:p>
          <a:p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E4B5ED4-2D99-42FB-A3C8-DC9198535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037" y="2873522"/>
            <a:ext cx="9273926" cy="375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29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F2D2B6-37E9-4AFD-A1CB-EEA8A9B02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837" y="156399"/>
            <a:ext cx="3135594" cy="882561"/>
          </a:xfrm>
        </p:spPr>
        <p:txBody>
          <a:bodyPr>
            <a:normAutofit fontScale="90000"/>
          </a:bodyPr>
          <a:lstStyle/>
          <a:p>
            <a:r>
              <a:rPr lang="hu-HU" dirty="0"/>
              <a:t>Normalizálás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B3FE44-CE73-46D0-A621-B6A706F803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3837" y="888540"/>
            <a:ext cx="715131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Első normálforma (1NF)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Cél</a:t>
            </a: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Minden attribútum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atomikus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legyen, ne legyenek ismétlődő csoportok.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adatbázis megfelel az 1NF-nek: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Minden oszlop egyetlen értéket tartalmaz (pl.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nev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varos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telefon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Nincsenek tömbök vagy ismétlődő mezők.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241E7E7-1A13-4B06-80F3-7BC09B2D9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37" y="2736647"/>
            <a:ext cx="81519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Második normálforma (2NF)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Cél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 legyen részleges függőség az összetett kulcstól.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összetett kulcs csak az </a:t>
            </a:r>
            <a:r>
              <a:rPr kumimoji="0" lang="hu-HU" altLang="hu-H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ertekelesek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táblában fordulhatna elő, de itt az elsődleges kulcs az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ertekeles_id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így nincs részleges függőség.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adatbázis megfelel a 2NF-nek.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DE2B4BA-6505-4807-ACBD-F68578780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37" y="4523198"/>
            <a:ext cx="912619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Harmadik normálforma (3NF)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él: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 legyen tranzitív függőség.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Problémás mezők: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ettermek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táblában az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atlag_ertekeles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számított érték, ami az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ertekelesek.pontszam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-ból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származik →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tranzitív függőség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Megoldás: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Az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atlag_ertekeles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mezőt el kell távolítani, és lekérdezéssel számítani.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többi tábla rendben van, nincs tranzitív függőség.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9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55D4BD-13D8-431F-AB9F-22F75FFFD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Majdnem végleges adatbázis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16411F1-D73C-46B1-B71D-FC7BE6D34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02" y="1690688"/>
            <a:ext cx="9554908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31864"/>
      </p:ext>
    </p:extLst>
  </p:cSld>
  <p:clrMapOvr>
    <a:masterClrMapping/>
  </p:clrMapOvr>
</p:sld>
</file>

<file path=ppt/theme/theme1.xml><?xml version="1.0" encoding="utf-8"?>
<a:theme xmlns:a="http://schemas.openxmlformats.org/drawingml/2006/main" name="Körülvágás">
  <a:themeElements>
    <a:clrScheme name="Körülvágás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Körülvágás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örülvágá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TM10001105[[fn=Körülvágás]]</Template>
  <TotalTime>81</TotalTime>
  <Words>211</Words>
  <Application>Microsoft Office PowerPoint</Application>
  <PresentationFormat>Szélesvásznú</PresentationFormat>
  <Paragraphs>28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Arial Unicode MS</vt:lpstr>
      <vt:lpstr>Franklin Gothic Book</vt:lpstr>
      <vt:lpstr>Körülvágás</vt:lpstr>
      <vt:lpstr>Resrater adatbázis</vt:lpstr>
      <vt:lpstr>Téma</vt:lpstr>
      <vt:lpstr>Tervezés első lépései</vt:lpstr>
      <vt:lpstr>Normalizálás</vt:lpstr>
      <vt:lpstr>Majdnem végleges adatbázis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Resrater adatbázis</dc:title>
  <dc:creator>Papp Zsombor Máté 656</dc:creator>
  <cp:lastModifiedBy>Papp Zsombor Máté 656</cp:lastModifiedBy>
  <cp:revision>10</cp:revision>
  <dcterms:created xsi:type="dcterms:W3CDTF">2025-12-03T08:04:41Z</dcterms:created>
  <dcterms:modified xsi:type="dcterms:W3CDTF">2025-12-03T09:26:36Z</dcterms:modified>
</cp:coreProperties>
</file>